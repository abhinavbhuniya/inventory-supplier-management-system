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IN" dirty="0"/>
              <a:t>INVENTORY &amp; SUPPLIER MANAGEMENT SYSTEM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B23FDC04-5906-CB9D-054F-EFB46204A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FF13C-C45C-95FA-A5C3-D24553489081}"/>
              </a:ext>
            </a:extLst>
          </p:cNvPr>
          <p:cNvSpPr txBox="1"/>
          <p:nvPr/>
        </p:nvSpPr>
        <p:spPr>
          <a:xfrm>
            <a:off x="581192" y="2340864"/>
            <a:ext cx="98999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Managing inventory manually leads to problems such as: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Inaccurate stock records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Difficulty in tracking suppliers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management of purchase orders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Delay in payment tracking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A database-driven system is required to efficiently manage inventory and supplier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BBD4-06F5-DCF5-689E-87162646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5FCCB-04D8-B9D1-17F5-1DB857E0F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objectives of this project are:</a:t>
            </a:r>
          </a:p>
          <a:p>
            <a:r>
              <a:rPr lang="en-US" dirty="0"/>
              <a:t>To design a structured inventory database</a:t>
            </a:r>
          </a:p>
          <a:p>
            <a:r>
              <a:rPr lang="en-US" dirty="0"/>
              <a:t>To manage supplier and product details efficiently</a:t>
            </a:r>
          </a:p>
          <a:p>
            <a:r>
              <a:rPr lang="en-US" dirty="0"/>
              <a:t>To track stock availability</a:t>
            </a:r>
          </a:p>
          <a:p>
            <a:r>
              <a:rPr lang="en-US" dirty="0"/>
              <a:t>To maintain purchase order records</a:t>
            </a:r>
          </a:p>
          <a:p>
            <a:r>
              <a:rPr lang="en-US" dirty="0"/>
              <a:t>To store payment details securely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203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586D-D9DC-DA3C-60CA-162C20BD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1B1E6E-EFD5-ED53-CB79-5145A2237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Entities: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Purchase_Order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 supplies Product (Many-to-Many)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Purchase_Order resolves the M:N relationship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depends on Product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is linked to Purchase_Order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How to Design ER Diagrams for Inventory and Warehouse ...">
            <a:extLst>
              <a:ext uri="{FF2B5EF4-FFF2-40B4-BE49-F238E27FC236}">
                <a16:creationId xmlns:a16="http://schemas.microsoft.com/office/drawing/2014/main" id="{4428CAA3-2529-D29D-3D9E-738117F0B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371" y="1476385"/>
            <a:ext cx="4303803" cy="458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37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7DBC6-152D-47F9-5C37-186B4BF6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28036"/>
            <a:ext cx="11029616" cy="1188720"/>
          </a:xfrm>
        </p:spPr>
        <p:txBody>
          <a:bodyPr/>
          <a:lstStyle/>
          <a:p>
            <a:r>
              <a:rPr lang="en-US" dirty="0" err="1"/>
              <a:t>EXPlanation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A731EE-A8B3-1FDB-2BF5-D7396192B0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2142206"/>
            <a:ext cx="665637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supplier can supply multiple products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product can be supplied by multiple suppliers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Purchase_Order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an associative entity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Stock stores available quantity of products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maintains transaction details</a:t>
            </a:r>
          </a:p>
        </p:txBody>
      </p:sp>
    </p:spTree>
    <p:extLst>
      <p:ext uri="{BB962C8B-B14F-4D97-AF65-F5344CB8AC3E}">
        <p14:creationId xmlns:p14="http://schemas.microsoft.com/office/powerpoint/2010/main" val="245884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4E75-F3F1-23D5-5EEC-B270F66BB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ER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9591A-1730-88E5-86D5-E57042B58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3"/>
            <a:ext cx="4577404" cy="276597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PRODUCT</a:t>
            </a:r>
            <a:endParaRPr lang="en-US" dirty="0"/>
          </a:p>
          <a:p>
            <a:r>
              <a:rPr lang="en-US" dirty="0" err="1"/>
              <a:t>Product_ID</a:t>
            </a:r>
            <a:r>
              <a:rPr lang="en-US" dirty="0"/>
              <a:t> (Primary Key)</a:t>
            </a:r>
          </a:p>
          <a:p>
            <a:r>
              <a:rPr lang="en-US" dirty="0" err="1"/>
              <a:t>Product_Name</a:t>
            </a:r>
            <a:endParaRPr lang="en-US" dirty="0"/>
          </a:p>
          <a:p>
            <a:r>
              <a:rPr lang="en-US" dirty="0"/>
              <a:t>Category</a:t>
            </a:r>
          </a:p>
          <a:p>
            <a:r>
              <a:rPr lang="en-US" dirty="0"/>
              <a:t>Unit_Price</a:t>
            </a:r>
          </a:p>
          <a:p>
            <a:r>
              <a:rPr lang="en-US" b="1" dirty="0"/>
              <a:t>SUPPLIER</a:t>
            </a:r>
            <a:endParaRPr lang="en-US" dirty="0"/>
          </a:p>
          <a:p>
            <a:r>
              <a:rPr lang="en-US" dirty="0" err="1"/>
              <a:t>Supplier_ID</a:t>
            </a:r>
            <a:r>
              <a:rPr lang="en-US" dirty="0"/>
              <a:t> (Primary Key)</a:t>
            </a:r>
          </a:p>
          <a:p>
            <a:r>
              <a:rPr lang="en-US" dirty="0" err="1"/>
              <a:t>Supplier_Name</a:t>
            </a:r>
            <a:endParaRPr lang="en-US" dirty="0"/>
          </a:p>
          <a:p>
            <a:r>
              <a:rPr lang="en-US" dirty="0"/>
              <a:t>Phone</a:t>
            </a:r>
          </a:p>
          <a:p>
            <a:r>
              <a:rPr lang="en-US" dirty="0"/>
              <a:t>Email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A8D38-8A3C-8D10-33AB-D396911A4705}"/>
              </a:ext>
            </a:extLst>
          </p:cNvPr>
          <p:cNvSpPr txBox="1"/>
          <p:nvPr/>
        </p:nvSpPr>
        <p:spPr>
          <a:xfrm>
            <a:off x="5626579" y="2201535"/>
            <a:ext cx="3784840" cy="3267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Agency FB" panose="020B0503020202020204" pitchFamily="34" charset="0"/>
              </a:rPr>
              <a:t>PURCHASE_ORDER</a:t>
            </a:r>
            <a:endParaRPr lang="en-US" sz="12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Order_ID</a:t>
            </a:r>
            <a:r>
              <a:rPr lang="en-US" sz="1200" dirty="0">
                <a:latin typeface="Agency FB" panose="020B0503020202020204" pitchFamily="34" charset="0"/>
              </a:rPr>
              <a:t> (Primary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Order_Date</a:t>
            </a:r>
            <a:endParaRPr lang="en-US" sz="12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gency FB" panose="020B0503020202020204" pitchFamily="34" charset="0"/>
              </a:rPr>
              <a:t>Quantity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Supplier_ID</a:t>
            </a:r>
            <a:r>
              <a:rPr lang="en-US" sz="1200" dirty="0">
                <a:latin typeface="Agency FB" panose="020B0503020202020204" pitchFamily="34" charset="0"/>
              </a:rPr>
              <a:t> (Foreign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Product_ID</a:t>
            </a:r>
            <a:r>
              <a:rPr lang="en-US" sz="1200" dirty="0">
                <a:latin typeface="Agency FB" panose="020B0503020202020204" pitchFamily="34" charset="0"/>
              </a:rPr>
              <a:t> (Foreign Key)</a:t>
            </a:r>
          </a:p>
          <a:p>
            <a:pPr>
              <a:buNone/>
            </a:pPr>
            <a:r>
              <a:rPr lang="en-US" sz="1200" b="1" dirty="0">
                <a:latin typeface="Agency FB" panose="020B0503020202020204" pitchFamily="34" charset="0"/>
              </a:rPr>
              <a:t>STOCK</a:t>
            </a:r>
            <a:endParaRPr lang="en-US" sz="12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Stock_ID</a:t>
            </a:r>
            <a:r>
              <a:rPr lang="en-US" sz="1200" dirty="0">
                <a:latin typeface="Agency FB" panose="020B0503020202020204" pitchFamily="34" charset="0"/>
              </a:rPr>
              <a:t> (Primary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Product_ID</a:t>
            </a:r>
            <a:r>
              <a:rPr lang="en-US" sz="1200" dirty="0">
                <a:latin typeface="Agency FB" panose="020B0503020202020204" pitchFamily="34" charset="0"/>
              </a:rPr>
              <a:t> (Foreign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Available_Quantity</a:t>
            </a:r>
            <a:endParaRPr lang="en-US" sz="12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Last_Updated</a:t>
            </a:r>
            <a:endParaRPr lang="en-US" sz="1200" dirty="0">
              <a:latin typeface="Agency FB" panose="020B0503020202020204" pitchFamily="34" charset="0"/>
            </a:endParaRPr>
          </a:p>
          <a:p>
            <a:pPr>
              <a:buNone/>
            </a:pPr>
            <a:r>
              <a:rPr lang="en-US" sz="1200" b="1" dirty="0">
                <a:latin typeface="Agency FB" panose="020B0503020202020204" pitchFamily="34" charset="0"/>
              </a:rPr>
              <a:t>PAYMENT</a:t>
            </a:r>
            <a:endParaRPr lang="en-US" sz="12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Payment_ID</a:t>
            </a:r>
            <a:r>
              <a:rPr lang="en-US" sz="1200" dirty="0">
                <a:latin typeface="Agency FB" panose="020B0503020202020204" pitchFamily="34" charset="0"/>
              </a:rPr>
              <a:t> (Primary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Order_ID</a:t>
            </a:r>
            <a:r>
              <a:rPr lang="en-US" sz="1200" dirty="0">
                <a:latin typeface="Agency FB" panose="020B0503020202020204" pitchFamily="34" charset="0"/>
              </a:rPr>
              <a:t> (Foreign Key)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Agency FB" panose="020B0503020202020204" pitchFamily="34" charset="0"/>
              </a:rPr>
              <a:t>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Payment_Date</a:t>
            </a:r>
            <a:endParaRPr lang="en-US" sz="1200" dirty="0">
              <a:latin typeface="Agency FB" panose="020B05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>
                <a:latin typeface="Agency FB" panose="020B0503020202020204" pitchFamily="34" charset="0"/>
              </a:rPr>
              <a:t>Payment_Mode</a:t>
            </a:r>
            <a:endParaRPr lang="en-US" sz="12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58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B5B4C-7882-7C82-F19D-A692B981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DBDAA-5D9A-3F60-65DC-252EDC9F9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Modules:</a:t>
            </a:r>
            <a:endParaRPr lang="en-US" dirty="0"/>
          </a:p>
          <a:p>
            <a:r>
              <a:rPr lang="en-US" dirty="0"/>
              <a:t>Product Management Module</a:t>
            </a:r>
          </a:p>
          <a:p>
            <a:r>
              <a:rPr lang="en-US" dirty="0"/>
              <a:t>Supplier Management Module</a:t>
            </a:r>
          </a:p>
          <a:p>
            <a:r>
              <a:rPr lang="en-US" dirty="0"/>
              <a:t>Inventory Management Module</a:t>
            </a:r>
          </a:p>
          <a:p>
            <a:r>
              <a:rPr lang="en-US" dirty="0"/>
              <a:t>Purchase Order Management Module</a:t>
            </a:r>
          </a:p>
          <a:p>
            <a:r>
              <a:rPr lang="en-US" dirty="0"/>
              <a:t>Payment Management Module</a:t>
            </a:r>
          </a:p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The Inventory &amp; Supplier Management System provides a structured database design that ensures accurate inventory tracking, efficient supplier management, and reliable data consistency.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26989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{BF1CC885-5ED7-408E-A7FF-79F3AAC4840C}tf33552983_win32</Template>
  <TotalTime>10</TotalTime>
  <Words>313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Agency FB</vt:lpstr>
      <vt:lpstr>Arial</vt:lpstr>
      <vt:lpstr>Franklin Gothic Book</vt:lpstr>
      <vt:lpstr>Franklin Gothic Demi</vt:lpstr>
      <vt:lpstr>Wingdings 2</vt:lpstr>
      <vt:lpstr>DividendVTI</vt:lpstr>
      <vt:lpstr>INVENTORY &amp; SUPPLIER MANAGEMENT SYSTEM</vt:lpstr>
      <vt:lpstr>Abstract</vt:lpstr>
      <vt:lpstr>OBJECTIVES</vt:lpstr>
      <vt:lpstr>ER DIAGRAM</vt:lpstr>
      <vt:lpstr>EXPlanation</vt:lpstr>
      <vt:lpstr>ABSTRACT ER TABLES</vt:lpstr>
      <vt:lpstr>MODULES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Aveek Sanyal</dc:creator>
  <cp:lastModifiedBy>Abhinav Bhuniya</cp:lastModifiedBy>
  <cp:revision>3</cp:revision>
  <dcterms:created xsi:type="dcterms:W3CDTF">2026-01-11T19:38:41Z</dcterms:created>
  <dcterms:modified xsi:type="dcterms:W3CDTF">2026-03-24T08:41:39Z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